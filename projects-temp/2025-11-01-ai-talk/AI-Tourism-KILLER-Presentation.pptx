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SIMON SMALUHN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Co-Founder &amp; 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AVEV.de | SeminarDesk.com | Favors.id | Favors.ventures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AkunIndo.id | Printora.ai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THE REAL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340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F4444"/>
                </a:solidFill>
              </a:defRPr>
            </a:pPr>
            <a:r>
              <a:t>You're spending:</a:t>
            </a:r>
          </a:p>
          <a:p/>
          <a:p>
            <a:pPr>
              <a:defRPr sz="2400">
                <a:solidFill>
                  <a:srgbClr val="1F2937"/>
                </a:solidFill>
              </a:defRPr>
            </a:pPr>
            <a:r>
              <a:t>⏰ 15 hours/week answering same questions</a:t>
            </a:r>
          </a:p>
          <a:p>
            <a:pPr>
              <a:defRPr sz="2400">
                <a:solidFill>
                  <a:srgbClr val="1F2937"/>
                </a:solidFill>
              </a:defRPr>
            </a:pPr>
          </a:p>
          <a:p>
            <a:pPr>
              <a:defRPr sz="2400">
                <a:solidFill>
                  <a:srgbClr val="1F2937"/>
                </a:solidFill>
              </a:defRPr>
            </a:pPr>
            <a:r>
              <a:t>📱 Missing bookings (tourists can't reach you)</a:t>
            </a:r>
          </a:p>
          <a:p>
            <a:pPr>
              <a:defRPr sz="2400">
                <a:solidFill>
                  <a:srgbClr val="1F2937"/>
                </a:solidFill>
              </a:defRPr>
            </a:pPr>
          </a:p>
          <a:p>
            <a:pPr>
              <a:defRPr sz="2800" b="1">
                <a:solidFill>
                  <a:srgbClr val="EF4444"/>
                </a:solidFill>
              </a:defRPr>
            </a:pPr>
            <a:r>
              <a:t>💸 Losing money but don't know where</a:t>
            </a:r>
          </a:p>
          <a:p/>
          <a:p>
            <a:r>
              <a:t>Sound familiar?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CHATGPT: 3 THINGS YOU CAN DO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1️⃣ FAQ CHATBOT (24/7 in ANY language)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"What time?" "Where?" "Payment?" → ChatGPT answers instantly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💡 WhatsApp Business API =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484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2️⃣ CONTENT CREATION (10 languages, 10 seconds)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Tour descriptions | Social posts | Email responses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💡 LLMs LOVE FAQs → Add FAQs to your website = better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484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3️⃣ COMPETITIVE RESEARCH (Find customers BEFORE they find you)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"What tours do tourists search for in Bali?"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"What do 5-star reviews say about rice field tours?"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EVENT TECH: BOOKING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4572000" cy="320040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❌ MANUAL</a:t>
            </a:r>
          </a:p>
          <a:p/>
          <a:p>
            <a:pPr>
              <a:defRPr sz="1600">
                <a:solidFill>
                  <a:srgbClr val="1F2937"/>
                </a:solidFill>
              </a:defRPr>
            </a:pPr>
            <a:r>
              <a:t>• Tourist emails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You reply (next day?)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5 messages back/forth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Tourist books with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someone FASTER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You're losing money</a:t>
            </a: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while you sleep 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4572000" cy="320040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10312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✅ AUTOMATED</a:t>
            </a:r>
          </a:p>
          <a:p/>
          <a:p>
            <a:pPr>
              <a:defRPr sz="1600">
                <a:solidFill>
                  <a:srgbClr val="1F2937"/>
                </a:solidFill>
              </a:defRPr>
            </a:pPr>
            <a:r>
              <a:t>• Tourist clicks link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Sees available times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Books &amp; pays instantly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Auto-confirmation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You're sleeping,</a:t>
            </a:r>
          </a:p>
          <a:p>
            <a:r>
              <a:t>STILL making money 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FREE TOOLS: Google Calendar + Calendly | WhatsApp Business | Favors.id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TRACK ONLY 3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7619695" cy="347472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103120"/>
            <a:ext cx="67052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THIS WEEK:</a:t>
            </a:r>
          </a:p>
          <a:p/>
          <a:p>
            <a:pPr>
              <a:defRPr sz="2200">
                <a:solidFill>
                  <a:srgbClr val="1F2937"/>
                </a:solidFill>
              </a:defRPr>
            </a:pPr>
            <a:r>
              <a:t>📊 Response Time: 4 hrs → 🎯 1 hour</a:t>
            </a:r>
          </a:p>
          <a:p>
            <a:pPr>
              <a:defRPr sz="2200">
                <a:solidFill>
                  <a:srgbClr val="1F2937"/>
                </a:solidFill>
              </a:defRPr>
            </a:pP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💰 Bookings: 12 → 🎯 15</a:t>
            </a:r>
          </a:p>
          <a:p/>
          <a:p>
            <a:pPr>
              <a:defRPr sz="2000" b="1">
                <a:solidFill>
                  <a:srgbClr val="EF4444"/>
                </a:solidFill>
              </a:defRPr>
            </a:pPr>
            <a:r>
              <a:t>⭐ Review Score: 4.3 → 🎯 4.5</a:t>
            </a:r>
          </a:p>
          <a:p/>
          <a:p>
            <a:r>
              <a:t>That's it. Fix the worst one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</a:defRPr>
            </a:pPr>
            <a:r>
              <a:t>Simple Google Sheet. Update weekly.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TECHNOLOGY AMPLIFIES HUMANS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AI HANDLES:</a:t>
            </a:r>
          </a:p>
          <a:p/>
          <a:p>
            <a:pPr>
              <a:defRPr sz="2000">
                <a:solidFill>
                  <a:srgbClr val="1F2937"/>
                </a:solidFill>
              </a:defRPr>
            </a:pPr>
            <a:r>
              <a:t>🤖 Translations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💬 FAQs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📊 Data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⏰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</a:defRPr>
            </a:pPr>
            <a:r>
              <a:t>HUMANS HANDLE:</a:t>
            </a:r>
          </a:p>
          <a:p/>
          <a:p>
            <a:pPr>
              <a:defRPr sz="2000">
                <a:solidFill>
                  <a:srgbClr val="1F2937"/>
                </a:solidFill>
              </a:defRPr>
            </a:pPr>
            <a:r>
              <a:t>👥 Storytelling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❤️  Hospitality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🎭 Culture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✨ Soul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F2937"/>
                </a:solidFill>
              </a:defRPr>
            </a:pPr>
            <a:r>
              <a:t>Your grandmother's rice harvest story?</a:t>
            </a:r>
          </a:p>
          <a:p>
            <a:pPr algn="ctr">
              <a:defRPr sz="2600" b="1">
                <a:solidFill>
                  <a:srgbClr val="EF4444"/>
                </a:solidFill>
              </a:defRPr>
            </a:pPr>
            <a:r>
              <a:t>IRREPLACEABLE.</a:t>
            </a:r>
          </a:p>
          <a:p>
            <a:pPr algn="ctr">
              <a:defRPr sz="2000">
                <a:solidFill>
                  <a:srgbClr val="10B981"/>
                </a:solidFill>
              </a:defRPr>
            </a:pPr>
          </a:p>
          <a:p>
            <a:pPr algn="ctr"/>
            <a:r>
              <a:t>ChatGPT just helps 10,000 people hear it. 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DO THIS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1️⃣ YOUR FIRST CHATGPT PROMPT (Copy-paste this!):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"I run a tourism village. Write 5 FAQs tourists ask before booking a rice tour."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48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2️⃣ FREE BOOKING SETUP (15 minutes):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Google Calendar + share link OR WhatsApp Business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3️⃣ ASK ONE QUESTION (After every tour):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"What information did you need BEFORE you decided to book?"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SIMON SMALUHN</a:t>
            </a:r>
          </a:p>
          <a:p>
            <a:pPr algn="ctr">
              <a:defRPr sz="1600">
                <a:solidFill>
                  <a:srgbClr val="2563EB"/>
                </a:solidFill>
              </a:defRPr>
            </a:pPr>
            <a:r>
              <a:t>📱 WhatsApp: +49 177 777 97 49 | 💼 linkedin.com/in/smaluhn</a:t>
            </a:r>
          </a:p>
          <a:p>
            <a:pPr algn="ctr">
              <a:defRPr sz="1800" b="1">
                <a:solidFill>
                  <a:srgbClr val="10B981"/>
                </a:solidFill>
              </a:defRPr>
            </a:pPr>
          </a:p>
          <a:p>
            <a:pPr algn="ctr"/>
            <a:r>
              <a:t>💡 Want internship or job? Let's talk!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