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SIMON SMALUHN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Co-Founder &amp; CEO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AVEV.de | SeminarDesk.com | Favors.id | AkunIndo.id | Printora.ai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Is AI Actually</a:t>
            </a:r>
          </a:p>
          <a:p>
            <a:r>
              <a:t>Worth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Today: How to MEASURE the value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</a:defRPr>
            </a:pPr>
            <a:r>
              <a:t>REAL EXAMPLE: EVENT TICKETING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4572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2937"/>
                </a:solidFill>
              </a:defRPr>
            </a:pPr>
            <a:r>
              <a:t>THE PROBLEM:</a:t>
            </a:r>
          </a:p>
          <a:p/>
          <a:p>
            <a:pPr>
              <a:defRPr sz="1600">
                <a:solidFill>
                  <a:srgbClr val="1F2937"/>
                </a:solidFill>
              </a:defRPr>
            </a:pPr>
            <a:r>
              <a:t>🎫 Tourism villages need to: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• Sell tour tickets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• Manage bookings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• Track visitor data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• Build community</a:t>
            </a:r>
          </a:p>
          <a:p>
            <a:pPr>
              <a:defRPr sz="1600">
                <a:solidFill>
                  <a:srgbClr val="1F2937"/>
                </a:solidFill>
              </a:defRPr>
            </a:pP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But most systems are: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❌ Too complex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❌ Too expensive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❌ Built for big venues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011680"/>
            <a:ext cx="4572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2937"/>
                </a:solidFill>
              </a:defRPr>
            </a:pPr>
            <a:r>
              <a:t>WHAT WE BUILT:</a:t>
            </a:r>
          </a:p>
          <a:p/>
          <a:p>
            <a:pPr>
              <a:defRPr sz="1600">
                <a:solidFill>
                  <a:srgbClr val="2563EB"/>
                </a:solidFill>
              </a:defRPr>
            </a:pPr>
            <a:r>
              <a:t>Favors.id solves this: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✅ Simple ticketing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✅ Free to start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✅ Track bookings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✅ Community features</a:t>
            </a:r>
          </a:p>
          <a:p/>
          <a:p>
            <a:pPr>
              <a:defRPr sz="1600" b="1">
                <a:solidFill>
                  <a:srgbClr val="2563EB"/>
                </a:solidFill>
              </a:defRPr>
            </a:pPr>
            <a:r>
              <a:t>Learning:</a:t>
            </a:r>
          </a:p>
          <a:p>
            <a:pPr>
              <a:defRPr sz="1400">
                <a:solidFill>
                  <a:srgbClr val="1F2937"/>
                </a:solidFill>
              </a:defRPr>
            </a:pPr>
            <a:r>
              <a:t>Start with REAL pain point</a:t>
            </a:r>
          </a:p>
          <a:p>
            <a:pPr>
              <a:defRPr sz="1400">
                <a:solidFill>
                  <a:srgbClr val="1F2937"/>
                </a:solidFill>
              </a:defRPr>
            </a:pPr>
            <a:r>
              <a:t>Build simplest solution</a:t>
            </a:r>
          </a:p>
          <a:p>
            <a:pPr>
              <a:defRPr sz="1400">
                <a:solidFill>
                  <a:srgbClr val="1F2937"/>
                </a:solidFill>
              </a:defRPr>
            </a:pPr>
            <a:r>
              <a:t>Test with actual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PRINCIPLE: Build for the specific pain point, not a generic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</a:defRPr>
            </a:pPr>
            <a:r>
              <a:t>AKUNINDO - THE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4572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</a:defRPr>
            </a:pPr>
            <a:r>
              <a:t>TRADITIONAL</a:t>
            </a:r>
          </a:p>
          <a:p/>
          <a:p>
            <a:pPr>
              <a:defRPr sz="1600">
                <a:solidFill>
                  <a:srgbClr val="1F2937"/>
                </a:solidFill>
              </a:defRPr>
            </a:pPr>
            <a:r>
              <a:t>❌ 30+ min/batch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❌ Manual entry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❌ Human errors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❌ Lost receipts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4572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</a:defRPr>
            </a:pPr>
            <a:r>
              <a:t>WITH AI (GOAL)</a:t>
            </a:r>
          </a:p>
          <a:p/>
          <a:p>
            <a:pPr>
              <a:defRPr sz="1600">
                <a:solidFill>
                  <a:srgbClr val="10B981"/>
                </a:solidFill>
              </a:defRPr>
            </a:pPr>
            <a:r>
              <a:t>✅ ~2 min target</a:t>
            </a:r>
          </a:p>
          <a:p>
            <a:pPr>
              <a:defRPr sz="1600">
                <a:solidFill>
                  <a:srgbClr val="10B981"/>
                </a:solidFill>
              </a:defRPr>
            </a:pPr>
            <a:r>
              <a:t>✅ AI automation</a:t>
            </a:r>
          </a:p>
          <a:p>
            <a:pPr>
              <a:defRPr sz="1600">
                <a:solidFill>
                  <a:srgbClr val="10B981"/>
                </a:solidFill>
              </a:defRPr>
            </a:pPr>
            <a:r>
              <a:t>✅ Auto categorize</a:t>
            </a:r>
          </a:p>
          <a:p>
            <a:pPr>
              <a:defRPr sz="1600">
                <a:solidFill>
                  <a:srgbClr val="10B981"/>
                </a:solidFill>
              </a:defRPr>
            </a:pPr>
            <a:r>
              <a:t>✅ Cloud backup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3931920"/>
            <a:ext cx="8534095" cy="1097280"/>
          </a:xfrm>
          <a:prstGeom prst="rect">
            <a:avLst/>
          </a:prstGeom>
          <a:solidFill>
            <a:srgbClr val="F9FAF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114800"/>
            <a:ext cx="7619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OUR HYPOTHESIS: 90%+ Time Saved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Traditional 30 min → AI Goal ~2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⚠️ CONCEPT: Not proven yet - PRINCIPLE: Automate your most time-consuming task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</a:defRPr>
            </a:pPr>
            <a:r>
              <a:t>PRINTORA - DATA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4572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❌ GUESSING</a:t>
            </a:r>
          </a:p>
          <a:p/>
          <a:p>
            <a:pPr>
              <a:defRPr sz="1600">
                <a:solidFill>
                  <a:srgbClr val="1F2937"/>
                </a:solidFill>
              </a:defRPr>
            </a:pPr>
            <a:r>
              <a:t>"I think customers want..."</a:t>
            </a:r>
          </a:p>
          <a:p>
            <a:pPr>
              <a:defRPr sz="1600">
                <a:solidFill>
                  <a:srgbClr val="1F2937"/>
                </a:solidFill>
              </a:defRPr>
            </a:pP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"Maybe we should..."</a:t>
            </a:r>
          </a:p>
          <a:p>
            <a:pPr>
              <a:defRPr sz="1600">
                <a:solidFill>
                  <a:srgbClr val="1F2937"/>
                </a:solidFill>
              </a:defRPr>
            </a:pP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"I hope this works..."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✅ WITH DATA</a:t>
            </a:r>
          </a:p>
          <a:p/>
          <a:p>
            <a:pPr>
              <a:defRPr sz="1600">
                <a:solidFill>
                  <a:srgbClr val="10B981"/>
                </a:solidFill>
              </a:defRPr>
            </a:pPr>
            <a:r>
              <a:t>📊 Track dropout points</a:t>
            </a:r>
          </a:p>
          <a:p>
            <a:pPr>
              <a:defRPr sz="1600">
                <a:solidFill>
                  <a:srgbClr val="10B981"/>
                </a:solidFill>
              </a:defRPr>
            </a:pPr>
          </a:p>
          <a:p>
            <a:pPr>
              <a:defRPr sz="1600">
                <a:solidFill>
                  <a:srgbClr val="10B981"/>
                </a:solidFill>
              </a:defRPr>
            </a:pPr>
            <a:r>
              <a:t>🔧 Fix biggest problem first</a:t>
            </a:r>
          </a:p>
          <a:p>
            <a:pPr>
              <a:defRPr sz="1600">
                <a:solidFill>
                  <a:srgbClr val="10B981"/>
                </a:solidFill>
              </a:defRPr>
            </a:pPr>
          </a:p>
          <a:p>
            <a:pPr>
              <a:defRPr sz="1600">
                <a:solidFill>
                  <a:srgbClr val="10B981"/>
                </a:solidFill>
              </a:defRPr>
            </a:pPr>
            <a:r>
              <a:t>📈 Measure improvement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Printora.ai - PRINCIPLE: Use data to decide, not guess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</a:defRPr>
            </a:pPr>
            <a:r>
              <a:t>FREE AI CREDITS FOR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563EB"/>
                </a:solidFill>
              </a:defRPr>
            </a:pPr>
            <a:r>
              <a:t>Google Cloud</a:t>
            </a:r>
          </a:p>
          <a:p/>
          <a:p>
            <a:pPr algn="ctr">
              <a:defRPr sz="1800">
                <a:solidFill>
                  <a:srgbClr val="1F2937"/>
                </a:solidFill>
              </a:defRPr>
            </a:pPr>
            <a:r>
              <a:t>Up to $200,000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Free AI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2860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AWS</a:t>
            </a:r>
          </a:p>
          <a:p/>
          <a:p>
            <a:pPr algn="ctr">
              <a:defRPr sz="1800">
                <a:solidFill>
                  <a:srgbClr val="1F2937"/>
                </a:solidFill>
              </a:defRPr>
            </a:pPr>
            <a:r>
              <a:t>Up to $100,000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Free AI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Microsoft</a:t>
            </a:r>
          </a:p>
          <a:p/>
          <a:p>
            <a:pPr algn="ctr">
              <a:defRPr sz="1800">
                <a:solidFill>
                  <a:srgbClr val="1F2937"/>
                </a:solidFill>
              </a:defRPr>
            </a:pPr>
            <a:r>
              <a:t>Up to $150,000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Free AI Credits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41148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937"/>
                </a:solidFill>
              </a:defRPr>
            </a:pPr>
            <a:r>
              <a:t>OpenAI</a:t>
            </a:r>
          </a:p>
          <a:p/>
          <a:p>
            <a:pPr algn="ctr">
              <a:defRPr sz="1800">
                <a:solidFill>
                  <a:srgbClr val="1F2937"/>
                </a:solidFill>
              </a:defRPr>
            </a:pPr>
            <a:r>
              <a:t>Grants Available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For Innovation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💡 Real programs, real money - Pinge Village is eligible!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HOW TO MEASURE IF IT'S WORKING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011680"/>
            <a:ext cx="67052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EXAMPLE CALCULATION</a:t>
            </a:r>
          </a:p>
          <a:p/>
          <a:p>
            <a:pPr algn="ctr">
              <a:defRPr sz="1800">
                <a:solidFill>
                  <a:srgbClr val="1F2937"/>
                </a:solidFill>
              </a:defRPr>
            </a:pPr>
            <a:r>
              <a:t>⏰ Time Saved: 10 hrs × $5 = $50/wk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📈 Extra Bookings: 5 × $30 = $150/mo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💰 Tech Cost: $0 (free tools)</a:t>
            </a:r>
          </a:p>
          <a:p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✅ POTENTIAL: ~$4,200/year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Your numbers will differ!</a:t>
            </a:r>
          </a:p>
          <a:p>
            <a:pPr algn="ctr">
              <a:defRPr sz="1600">
                <a:solidFill>
                  <a:srgbClr val="1F2937"/>
                </a:solidFill>
              </a:defRPr>
            </a:pPr>
            <a:r>
              <a:t>Track: Time saved + Revenue gained - Tech cost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</a:defRPr>
            </a:pPr>
            <a:r>
              <a:t>TECHNOLOGY AMPLIFIES HUMANS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4572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AI HANDLES</a:t>
            </a:r>
          </a:p>
          <a:p/>
          <a:p>
            <a:pPr>
              <a:defRPr sz="1800">
                <a:solidFill>
                  <a:srgbClr val="1F2937"/>
                </a:solidFill>
              </a:defRPr>
            </a:pPr>
            <a:r>
              <a:t>🤖 Translations</a:t>
            </a:r>
          </a:p>
          <a:p>
            <a:pPr>
              <a:defRPr sz="1800">
                <a:solidFill>
                  <a:srgbClr val="1F2937"/>
                </a:solidFill>
              </a:defRPr>
            </a:pPr>
            <a:r>
              <a:t>💬 FAQs</a:t>
            </a:r>
          </a:p>
          <a:p>
            <a:pPr>
              <a:defRPr sz="1800">
                <a:solidFill>
                  <a:srgbClr val="1F2937"/>
                </a:solidFill>
              </a:defRPr>
            </a:pPr>
            <a:r>
              <a:t>📊 Data</a:t>
            </a:r>
          </a:p>
          <a:p>
            <a:pPr>
              <a:defRPr sz="1800">
                <a:solidFill>
                  <a:srgbClr val="1F2937"/>
                </a:solidFill>
              </a:defRPr>
            </a:pPr>
            <a:r>
              <a:t>⏰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103120"/>
            <a:ext cx="4572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HUMANS HANDLE</a:t>
            </a:r>
          </a:p>
          <a:p/>
          <a:p>
            <a:pPr>
              <a:defRPr sz="1800">
                <a:solidFill>
                  <a:srgbClr val="1F2937"/>
                </a:solidFill>
              </a:defRPr>
            </a:pPr>
            <a:r>
              <a:t>👥 Storytelling</a:t>
            </a:r>
          </a:p>
          <a:p>
            <a:pPr>
              <a:defRPr sz="1800">
                <a:solidFill>
                  <a:srgbClr val="1F2937"/>
                </a:solidFill>
              </a:defRPr>
            </a:pPr>
            <a:r>
              <a:t>❤️  Hospitality</a:t>
            </a:r>
          </a:p>
          <a:p>
            <a:pPr>
              <a:defRPr sz="1800">
                <a:solidFill>
                  <a:srgbClr val="1F2937"/>
                </a:solidFill>
              </a:defRPr>
            </a:pPr>
            <a:r>
              <a:t>🎭 Culture</a:t>
            </a:r>
          </a:p>
          <a:p>
            <a:pPr>
              <a:defRPr sz="1800">
                <a:solidFill>
                  <a:srgbClr val="1F2937"/>
                </a:solidFill>
              </a:defRPr>
            </a:pPr>
            <a:r>
              <a:t>✨ Authentic Touch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Your story = IRREPLACEABLE | AI just translates it to 50 languages 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937"/>
                </a:solidFill>
              </a:defRPr>
            </a:pPr>
            <a:r>
              <a:t>WHAT TO DO MONDAY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1️⃣  MEASURE ONE THING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Pick most annoying task | Count it for 1 week | Goal: Reduce 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4484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2️⃣  START WITH FREE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• WhatsApp Business  • Google Forms  • ChatGPT  • Favors.id</a:t>
            </a:r>
          </a:p>
          <a:p>
            <a:pPr>
              <a:defRPr sz="1800" b="1">
                <a:solidFill>
                  <a:srgbClr val="10B981"/>
                </a:solidFill>
              </a:defRPr>
            </a:pPr>
            <a:r>
              <a:t>Cost: $0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3️⃣  ASK ONE QUESTION</a:t>
            </a:r>
          </a:p>
          <a:p>
            <a:pPr>
              <a:defRPr sz="1600">
                <a:solidFill>
                  <a:srgbClr val="1F2937"/>
                </a:solidFill>
              </a:defRPr>
            </a:pPr>
            <a:r>
              <a:t>After every tour: "What almost stopped you from booking?"</a:t>
            </a:r>
          </a:p>
          <a:p>
            <a:pPr>
              <a:defRPr sz="1600" b="1">
                <a:solidFill>
                  <a:srgbClr val="1F2937"/>
                </a:solidFill>
              </a:defRPr>
            </a:pPr>
            <a:r>
              <a:t>Fix #1 answer = Biggest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937"/>
                </a:solidFill>
              </a:defRPr>
            </a:pPr>
            <a:r>
              <a:t>Start small. Measure everything. Use free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2937"/>
                </a:solidFill>
              </a:defRPr>
            </a:pPr>
            <a:r>
              <a:t>START SMALL</a:t>
            </a:r>
          </a:p>
          <a:p>
            <a:pPr algn="ctr">
              <a:defRPr sz="4400" b="1">
                <a:solidFill>
                  <a:srgbClr val="1F2937"/>
                </a:solidFill>
              </a:defRPr>
            </a:pPr>
            <a:r>
              <a:t>MEASURE EVERYTHING</a:t>
            </a:r>
          </a:p>
          <a:p>
            <a:pPr algn="ctr">
              <a:defRPr sz="4400" b="1">
                <a:solidFill>
                  <a:srgbClr val="1F2937"/>
                </a:solidFill>
              </a:defRPr>
            </a:pPr>
            <a:r>
              <a:t>USE FREE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F2937"/>
                </a:solidFill>
              </a:defRPr>
            </a:pPr>
            <a:r>
              <a:t>SIMON SMALUHN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Co-Founder &amp; CEO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📧 [your email]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📱 WhatsApp: +49 177 777 97 49</a:t>
            </a:r>
          </a:p>
          <a:p>
            <a:pPr algn="ctr">
              <a:defRPr sz="1800">
                <a:solidFill>
                  <a:srgbClr val="1F2937"/>
                </a:solidFill>
              </a:defRPr>
            </a:pPr>
            <a:r>
              <a:t>💼 linkedin.com/in/smaluhn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2563EB"/>
                </a:solidFill>
              </a:defRPr>
            </a:pPr>
            <a:r>
              <a:t>🌐 favors.id  |  akunindo.id  |  printora.ai</a:t>
            </a:r>
          </a:p>
          <a:p>
            <a:pPr algn="ctr">
              <a:defRPr sz="1600">
                <a:solidFill>
                  <a:srgbClr val="2563EB"/>
                </a:solidFill>
              </a:defRPr>
            </a:pPr>
            <a:r>
              <a:t>seminardesk.com  |  avev.de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179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1F2937"/>
                </a:solidFill>
              </a:defRPr>
            </a:pPr>
            <a:r>
              <a:t>Let's connect! Try Favors.id for your events.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