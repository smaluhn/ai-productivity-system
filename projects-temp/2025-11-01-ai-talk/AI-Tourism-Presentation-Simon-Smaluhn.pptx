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SIMON SMALUHN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Co-Founder &amp; CEO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AVEV.de | SeminarDesk.com | Favors.id | AkunIndo.id | Printora.ai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Is AI Actually</a:t>
            </a:r>
          </a:p>
          <a:p>
            <a:r>
              <a:t>Worth 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Today: How to MEASURE the value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7315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563EB"/>
                </a:solidFill>
              </a:defRPr>
            </a:pPr>
            <a:r>
              <a:t>FAVORS.ID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F2937"/>
                </a:solidFill>
              </a:defRPr>
            </a:pPr>
            <a:r>
              <a:t>Event Ticketing &amp; Crowdsourcing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103120"/>
            <a:ext cx="5029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937"/>
                </a:solidFill>
              </a:defRPr>
            </a:pPr>
            <a:r>
              <a:t>THE CHALLENGE: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🎫 Villages need event ticketing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📱 Systems too complex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💰 High fees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3931920"/>
            <a:ext cx="5029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937"/>
                </a:solidFill>
              </a:defRPr>
            </a:pPr>
            <a:r>
              <a:t>THE SOLUTION: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✅ Simple event creation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✅ Free &amp; paid ticketing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✅ Built-in crowdfunding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✅ Community discovery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6364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FOR PINGE VILLAGE: Create tours as events → Sell tickets → Track bookings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F2937"/>
                </a:solidFill>
              </a:defRPr>
            </a:pPr>
            <a:r>
              <a:t>AKUNINDO - THE HYPOTHESIS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45720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2937"/>
                </a:solidFill>
              </a:defRPr>
            </a:pPr>
            <a:r>
              <a:t>TRADITIONAL</a:t>
            </a:r>
          </a:p>
          <a:p/>
          <a:p>
            <a:pPr>
              <a:defRPr sz="1600">
                <a:solidFill>
                  <a:srgbClr val="1F2937"/>
                </a:solidFill>
              </a:defRPr>
            </a:pPr>
            <a:r>
              <a:t>❌ 30+ min/batch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❌ Manual entry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❌ Human errors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❌ Lost receipts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45720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2937"/>
                </a:solidFill>
              </a:defRPr>
            </a:pPr>
            <a:r>
              <a:t>WITH AI (GOAL)</a:t>
            </a:r>
          </a:p>
          <a:p/>
          <a:p>
            <a:pPr>
              <a:defRPr sz="1600">
                <a:solidFill>
                  <a:srgbClr val="10B981"/>
                </a:solidFill>
              </a:defRPr>
            </a:pPr>
            <a:r>
              <a:t>✅ ~2 min target</a:t>
            </a:r>
          </a:p>
          <a:p>
            <a:pPr>
              <a:defRPr sz="1600">
                <a:solidFill>
                  <a:srgbClr val="10B981"/>
                </a:solidFill>
              </a:defRPr>
            </a:pPr>
            <a:r>
              <a:t>✅ AI automation</a:t>
            </a:r>
          </a:p>
          <a:p>
            <a:pPr>
              <a:defRPr sz="1600">
                <a:solidFill>
                  <a:srgbClr val="10B981"/>
                </a:solidFill>
              </a:defRPr>
            </a:pPr>
            <a:r>
              <a:t>✅ Auto categorize</a:t>
            </a:r>
          </a:p>
          <a:p>
            <a:pPr>
              <a:defRPr sz="1600">
                <a:solidFill>
                  <a:srgbClr val="10B981"/>
                </a:solidFill>
              </a:defRPr>
            </a:pPr>
            <a:r>
              <a:t>✅ Cloud backup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3931920"/>
            <a:ext cx="8534095" cy="1097280"/>
          </a:xfrm>
          <a:prstGeom prst="rect">
            <a:avLst/>
          </a:prstGeom>
          <a:solidFill>
            <a:srgbClr val="F9FAF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4114800"/>
            <a:ext cx="7619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563EB"/>
                </a:solidFill>
              </a:defRPr>
            </a:pPr>
            <a:r>
              <a:t>OUR HYPOTHESIS: 90%+ Time Saved</a:t>
            </a:r>
          </a:p>
          <a:p>
            <a:pPr algn="ctr">
              <a:defRPr sz="1800">
                <a:solidFill>
                  <a:srgbClr val="1F2937"/>
                </a:solidFill>
              </a:defRPr>
            </a:pPr>
            <a:r>
              <a:t>Traditional 30 min → AI Goal ~2 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26364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⚠️ CONCEPT: Not proven yet - PRINCIPLE: Automate your most time-consuming task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F2937"/>
                </a:solidFill>
              </a:defRPr>
            </a:pPr>
            <a:r>
              <a:t>PRINTORA - DATA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4572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</a:defRPr>
            </a:pPr>
            <a:r>
              <a:t>❌ GUESSING</a:t>
            </a:r>
          </a:p>
          <a:p/>
          <a:p>
            <a:pPr>
              <a:defRPr sz="1600">
                <a:solidFill>
                  <a:srgbClr val="1F2937"/>
                </a:solidFill>
              </a:defRPr>
            </a:pPr>
            <a:r>
              <a:t>"I think customers want..."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"Maybe we should..."</a:t>
            </a:r>
          </a:p>
          <a:p>
            <a:pPr>
              <a:defRPr sz="1600">
                <a:solidFill>
                  <a:srgbClr val="1F2937"/>
                </a:solidFill>
              </a:defRPr>
            </a:pP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"I hope this works..."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828800"/>
            <a:ext cx="4572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</a:defRPr>
            </a:pPr>
            <a:r>
              <a:t>✅ WITH DATA</a:t>
            </a:r>
          </a:p>
          <a:p/>
          <a:p>
            <a:pPr>
              <a:defRPr sz="1600">
                <a:solidFill>
                  <a:srgbClr val="10B981"/>
                </a:solidFill>
              </a:defRPr>
            </a:pPr>
            <a:r>
              <a:t>📊 Track dropout points</a:t>
            </a:r>
          </a:p>
          <a:p>
            <a:pPr>
              <a:defRPr sz="1600">
                <a:solidFill>
                  <a:srgbClr val="10B981"/>
                </a:solidFill>
              </a:defRPr>
            </a:pPr>
          </a:p>
          <a:p>
            <a:pPr>
              <a:defRPr sz="1600">
                <a:solidFill>
                  <a:srgbClr val="10B981"/>
                </a:solidFill>
              </a:defRPr>
            </a:pPr>
            <a:r>
              <a:t>🔧 Fix biggest problem first</a:t>
            </a:r>
          </a:p>
          <a:p>
            <a:pPr>
              <a:defRPr sz="1600">
                <a:solidFill>
                  <a:srgbClr val="10B981"/>
                </a:solidFill>
              </a:defRPr>
            </a:pPr>
          </a:p>
          <a:p>
            <a:pPr>
              <a:defRPr sz="1600">
                <a:solidFill>
                  <a:srgbClr val="10B981"/>
                </a:solidFill>
              </a:defRPr>
            </a:pPr>
            <a:r>
              <a:t>📈 Measure improvement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26364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Printora.ai - PRINCIPLE: Use data to decide, not guess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F2937"/>
                </a:solidFill>
              </a:defRPr>
            </a:pPr>
            <a:r>
              <a:t>FREE AI CREDITS FOR STARTUPS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4114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563EB"/>
                </a:solidFill>
              </a:defRPr>
            </a:pPr>
            <a:r>
              <a:t>Google Cloud</a:t>
            </a:r>
          </a:p>
          <a:p/>
          <a:p>
            <a:pPr algn="ctr">
              <a:defRPr sz="1800">
                <a:solidFill>
                  <a:srgbClr val="1F2937"/>
                </a:solidFill>
              </a:defRPr>
            </a:pPr>
            <a:r>
              <a:t>Up to $200,000</a:t>
            </a:r>
          </a:p>
          <a:p>
            <a:pPr algn="ctr">
              <a:defRPr sz="1800">
                <a:solidFill>
                  <a:srgbClr val="1F2937"/>
                </a:solidFill>
              </a:defRPr>
            </a:pPr>
            <a:r>
              <a:t>Free AI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2286000"/>
            <a:ext cx="4114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59E0B"/>
                </a:solidFill>
              </a:defRPr>
            </a:pPr>
            <a:r>
              <a:t>AWS</a:t>
            </a:r>
          </a:p>
          <a:p/>
          <a:p>
            <a:pPr algn="ctr">
              <a:defRPr sz="1800">
                <a:solidFill>
                  <a:srgbClr val="1F2937"/>
                </a:solidFill>
              </a:defRPr>
            </a:pPr>
            <a:r>
              <a:t>Up to $100,000</a:t>
            </a:r>
          </a:p>
          <a:p>
            <a:pPr algn="ctr">
              <a:defRPr sz="1800">
                <a:solidFill>
                  <a:srgbClr val="1F2937"/>
                </a:solidFill>
              </a:defRPr>
            </a:pPr>
            <a:r>
              <a:t>Free AI Credits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114800"/>
            <a:ext cx="4114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</a:defRPr>
            </a:pPr>
            <a:r>
              <a:t>Microsoft</a:t>
            </a:r>
          </a:p>
          <a:p/>
          <a:p>
            <a:pPr algn="ctr">
              <a:defRPr sz="1800">
                <a:solidFill>
                  <a:srgbClr val="1F2937"/>
                </a:solidFill>
              </a:defRPr>
            </a:pPr>
            <a:r>
              <a:t>Up to $150,000</a:t>
            </a:r>
          </a:p>
          <a:p>
            <a:pPr algn="ctr">
              <a:defRPr sz="1800">
                <a:solidFill>
                  <a:srgbClr val="1F2937"/>
                </a:solidFill>
              </a:defRPr>
            </a:pPr>
            <a:r>
              <a:t>Free AI Credits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4114800"/>
            <a:ext cx="4114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F2937"/>
                </a:solidFill>
              </a:defRPr>
            </a:pPr>
            <a:r>
              <a:t>OpenAI</a:t>
            </a:r>
          </a:p>
          <a:p/>
          <a:p>
            <a:pPr algn="ctr">
              <a:defRPr sz="1800">
                <a:solidFill>
                  <a:srgbClr val="1F2937"/>
                </a:solidFill>
              </a:defRPr>
            </a:pPr>
            <a:r>
              <a:t>Grants Available</a:t>
            </a:r>
          </a:p>
          <a:p>
            <a:pPr algn="ctr">
              <a:defRPr sz="1800">
                <a:solidFill>
                  <a:srgbClr val="1F2937"/>
                </a:solidFill>
              </a:defRPr>
            </a:pPr>
            <a:r>
              <a:t>For Innovation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26364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💡 Real programs, real money - Pinge Village is eligible!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F2937"/>
                </a:solidFill>
              </a:defRPr>
            </a:pPr>
            <a:r>
              <a:t>HOW TO MEASURE IF IT'S WORKING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2011680"/>
            <a:ext cx="6705295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563EB"/>
                </a:solidFill>
              </a:defRPr>
            </a:pPr>
            <a:r>
              <a:t>EXAMPLE CALCULATION</a:t>
            </a:r>
          </a:p>
          <a:p/>
          <a:p>
            <a:pPr algn="ctr">
              <a:defRPr sz="1800">
                <a:solidFill>
                  <a:srgbClr val="1F2937"/>
                </a:solidFill>
              </a:defRPr>
            </a:pPr>
            <a:r>
              <a:t>⏰ Time Saved: 10 hrs × $5 = $50/wk</a:t>
            </a:r>
          </a:p>
          <a:p>
            <a:pPr algn="ctr">
              <a:defRPr sz="1800">
                <a:solidFill>
                  <a:srgbClr val="1F2937"/>
                </a:solidFill>
              </a:defRPr>
            </a:pPr>
            <a:r>
              <a:t>📈 Extra Bookings: 5 × $30 = $150/mo</a:t>
            </a:r>
          </a:p>
          <a:p>
            <a:pPr algn="ctr">
              <a:defRPr sz="1800">
                <a:solidFill>
                  <a:srgbClr val="1F2937"/>
                </a:solidFill>
              </a:defRPr>
            </a:pPr>
            <a:r>
              <a:t>💰 Tech Cost: $0 (free tools)</a:t>
            </a:r>
          </a:p>
          <a:p/>
          <a:p>
            <a:pPr algn="ctr">
              <a:defRPr sz="2200" b="1">
                <a:solidFill>
                  <a:srgbClr val="10B981"/>
                </a:solidFill>
              </a:defRPr>
            </a:pPr>
            <a:r>
              <a:t>✅ POTENTIAL: ~$4,200/year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66928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F2937"/>
                </a:solidFill>
              </a:defRPr>
            </a:pPr>
            <a:r>
              <a:t>Your numbers will differ!</a:t>
            </a:r>
          </a:p>
          <a:p>
            <a:pPr algn="ctr">
              <a:defRPr sz="1600">
                <a:solidFill>
                  <a:srgbClr val="1F2937"/>
                </a:solidFill>
              </a:defRPr>
            </a:pPr>
            <a:r>
              <a:t>Track: Time saved + Revenue gained - Tech cost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F2937"/>
                </a:solidFill>
              </a:defRPr>
            </a:pPr>
            <a:r>
              <a:t>TECHNOLOGY AMPLIFIES HUMANS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4572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563EB"/>
                </a:solidFill>
              </a:defRPr>
            </a:pPr>
            <a:r>
              <a:t>AI HANDLES</a:t>
            </a:r>
          </a:p>
          <a:p/>
          <a:p>
            <a:pPr>
              <a:defRPr sz="1800">
                <a:solidFill>
                  <a:srgbClr val="1F2937"/>
                </a:solidFill>
              </a:defRPr>
            </a:pPr>
            <a:r>
              <a:t>🤖 Translations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💬 FAQs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📊 Data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⏰ Scheduling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103120"/>
            <a:ext cx="4572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HUMANS HANDLE</a:t>
            </a:r>
          </a:p>
          <a:p/>
          <a:p>
            <a:pPr>
              <a:defRPr sz="1800">
                <a:solidFill>
                  <a:srgbClr val="1F2937"/>
                </a:solidFill>
              </a:defRPr>
            </a:pPr>
            <a:r>
              <a:t>👥 Storytelling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❤️  Hospitality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🎭 Culture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✨ Authentic Touch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26364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Your story = IRREPLACEABLE | AI just translates it to 50 languages 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F2937"/>
                </a:solidFill>
              </a:defRPr>
            </a:pPr>
            <a:r>
              <a:t>WHAT TO DO MONDAY MORNING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563EB"/>
                </a:solidFill>
              </a:defRPr>
            </a:pPr>
            <a:r>
              <a:t>1️⃣  MEASURE ONE THING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Pick most annoying task | Count it for 1 week | Goal: Reduce 50%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4484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B981"/>
                </a:solidFill>
              </a:defRPr>
            </a:pPr>
            <a:r>
              <a:t>2️⃣  START WITH FREE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WhatsApp Business  • Google Forms  • ChatGPT  • Favors.id</a:t>
            </a: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Cost: $0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4484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3️⃣  ASK ONE QUESTION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After every tour: "What almost stopped you from booking?"</a:t>
            </a:r>
          </a:p>
          <a:p>
            <a:pPr>
              <a:defRPr sz="1600" b="1">
                <a:solidFill>
                  <a:srgbClr val="1F2937"/>
                </a:solidFill>
              </a:defRPr>
            </a:pPr>
            <a:r>
              <a:t>Fix #1 answer = Biggest ROI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F2937"/>
                </a:solidFill>
              </a:defRPr>
            </a:pPr>
            <a:r>
              <a:t>Start small. Measure everything. Use free tools.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2937"/>
                </a:solidFill>
              </a:defRPr>
            </a:pPr>
            <a:r>
              <a:t>START SMALL</a:t>
            </a:r>
          </a:p>
          <a:p>
            <a:pPr algn="ctr">
              <a:defRPr sz="4400" b="1">
                <a:solidFill>
                  <a:srgbClr val="1F2937"/>
                </a:solidFill>
              </a:defRPr>
            </a:pPr>
            <a:r>
              <a:t>MEASURE EVERYTHING</a:t>
            </a:r>
          </a:p>
          <a:p>
            <a:pPr algn="ctr">
              <a:defRPr sz="4400" b="1">
                <a:solidFill>
                  <a:srgbClr val="1F2937"/>
                </a:solidFill>
              </a:defRPr>
            </a:pPr>
            <a:r>
              <a:t>USE FREE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F2937"/>
                </a:solidFill>
              </a:defRPr>
            </a:pPr>
            <a:r>
              <a:t>SIMON SMALUHN</a:t>
            </a:r>
          </a:p>
          <a:p>
            <a:pPr algn="ctr">
              <a:defRPr sz="1800">
                <a:solidFill>
                  <a:srgbClr val="1F2937"/>
                </a:solidFill>
              </a:defRPr>
            </a:pPr>
            <a:r>
              <a:t>Co-Founder &amp; CEO</a:t>
            </a:r>
          </a:p>
          <a:p>
            <a:pPr algn="ctr">
              <a:defRPr sz="1800">
                <a:solidFill>
                  <a:srgbClr val="1F2937"/>
                </a:solidFill>
              </a:defRPr>
            </a:pPr>
          </a:p>
          <a:p>
            <a:pPr algn="ctr">
              <a:defRPr sz="1800">
                <a:solidFill>
                  <a:srgbClr val="1F2937"/>
                </a:solidFill>
              </a:defRPr>
            </a:pPr>
            <a:r>
              <a:t>📧 [your email]</a:t>
            </a:r>
          </a:p>
          <a:p>
            <a:pPr algn="ctr">
              <a:defRPr sz="1800">
                <a:solidFill>
                  <a:srgbClr val="1F2937"/>
                </a:solidFill>
              </a:defRPr>
            </a:pPr>
            <a:r>
              <a:t>📱 WhatsApp: +49 177 777 97 49</a:t>
            </a:r>
          </a:p>
          <a:p>
            <a:pPr algn="ctr">
              <a:defRPr sz="1800">
                <a:solidFill>
                  <a:srgbClr val="1F2937"/>
                </a:solidFill>
              </a:defRPr>
            </a:pPr>
            <a:r>
              <a:t>💼 linkedin.com/in/smaluhn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563EB"/>
                </a:solidFill>
              </a:defRPr>
            </a:pPr>
            <a:r>
              <a:t>🌐 favors.id  |  akunindo.id  |  printora.ai</a:t>
            </a:r>
          </a:p>
          <a:p>
            <a:pPr algn="ctr">
              <a:defRPr sz="1600">
                <a:solidFill>
                  <a:srgbClr val="2563EB"/>
                </a:solidFill>
              </a:defRPr>
            </a:pPr>
            <a:r>
              <a:t>seminardesk.com  |  avev.de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1F2937"/>
                </a:solidFill>
              </a:defRPr>
            </a:pPr>
            <a:r>
              <a:t>Let's connect! Try Favors.id for your events.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