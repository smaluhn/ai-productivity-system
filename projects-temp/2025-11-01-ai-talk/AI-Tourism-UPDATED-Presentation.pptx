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SIMON SMALUHN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Co-Founder &amp; 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AVEV.de | SeminarDesk.com | Favors.id | Favors.ventures | AkunIndo.id | Printora.ai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You're Spending: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⏰ 15 hours/week answering same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49039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📱 Missing bookings (can't reach you)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97679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💸 Losing money but don't know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19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🌐 Website outdated or doesn't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Sound familiar?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ChatGPT Can Solve These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  <a:defRPr sz="2800">
                <a:solidFill>
                  <a:srgbClr val="1F2937"/>
                </a:solidFill>
              </a:defRPr>
            </a:pPr>
            <a:r>
              <a:t>1️⃣ FAQ ANSWERS - Write 5 FAQs in 10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  <a:defRPr sz="2800">
                <a:solidFill>
                  <a:srgbClr val="1F2937"/>
                </a:solidFill>
              </a:defRPr>
            </a:pPr>
            <a:r>
              <a:t>2️⃣ WEBSITE CONTENT - About Us, tours, FAQs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  <a:defRPr sz="2800">
                <a:solidFill>
                  <a:srgbClr val="1F2937"/>
                </a:solidFill>
              </a:defRPr>
            </a:pPr>
            <a:r>
              <a:t>3️⃣ RECYCLE VIDEOS - 1 video → 10 clips + 10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  <a:defRPr sz="2800">
                <a:solidFill>
                  <a:srgbClr val="1F2937"/>
                </a:solidFill>
              </a:defRPr>
            </a:pPr>
            <a:r>
              <a:t>4️⃣ MULTILINGUAL - Translate anything to 10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30000"/>
              </a:lnSpc>
              <a:defRPr sz="2800">
                <a:solidFill>
                  <a:srgbClr val="1F2937"/>
                </a:solidFill>
              </a:defRPr>
            </a:pPr>
            <a:r>
              <a:t>5️⃣ COMPETITIVE RESEARCH - What tourists search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59E0B"/>
                </a:solidFill>
              </a:defRPr>
            </a:pPr>
            <a:r>
              <a:t>💡 PRO TIP: LLMs love FAQs → Google ranks you higher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Stop Losing Money While You Sleep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029200" cy="3657600"/>
          </a:xfrm>
          <a:prstGeom prst="roundRect">
            <a:avLst/>
          </a:prstGeom>
          <a:solidFill>
            <a:srgbClr val="FEE2E2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❌ MANUAL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Tourist emails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You reply tomorrow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5 messages back/forth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They book elsewhere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295" y="1645920"/>
            <a:ext cx="5029200" cy="3657600"/>
          </a:xfrm>
          <a:prstGeom prst="roundRect">
            <a:avLst/>
          </a:prstGeom>
          <a:solidFill>
            <a:srgbClr val="D1FAE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✅ AUTOMATED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Tourist clicks link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Sees available times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Books &amp; pays instantly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↓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You make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563EB"/>
                </a:solidFill>
              </a:defRPr>
            </a:pPr>
            <a:r>
              <a:t>Tools: WhatsApp Business (free) | Calendly (free) | Favors.id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How To Know If It's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F2937"/>
                </a:solidFill>
              </a:defRPr>
            </a:pPr>
            <a:r>
              <a:t>Track ONLY 3 Numbers: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563EB"/>
                </a:solidFill>
              </a:defRPr>
            </a:pPr>
            <a:r>
              <a:t>📊 Response Time: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2860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1F2937"/>
                </a:solidFill>
              </a:defRPr>
            </a:pPr>
            <a:r>
              <a:t>4 hrs → 🎯 1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0B981"/>
                </a:solidFill>
              </a:defRPr>
            </a:pPr>
            <a:r>
              <a:t>💰 Bookings: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474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1F2937"/>
                </a:solidFill>
              </a:defRPr>
            </a:pPr>
            <a:r>
              <a:t>12 → 🎯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59E0B"/>
                </a:solidFill>
              </a:defRPr>
            </a:pPr>
            <a:r>
              <a:t>⭐ Review Score: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6634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1F2937"/>
                </a:solidFill>
              </a:defRPr>
            </a:pPr>
            <a:r>
              <a:t>4.3 → 🎯 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Fix the WORST one first → Measure weekly → Improve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AI Doesn't REPLACE You — It AMPLIFIES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AI HANDLES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🤖 Translations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💬 FAQs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📊 Data Analysis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⏰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164592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HUMANS HANDLE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👥 Storytelling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❤️ Hospitality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🎭 Culture</a:t>
            </a: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>
                <a:solidFill>
                  <a:srgbClr val="1F2937"/>
                </a:solidFill>
              </a:defRPr>
            </a:pPr>
            <a:r>
              <a:t>✨ Authentic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Your grandmother's story = IRREPLACEABLE</a:t>
            </a:r>
          </a:p>
          <a:p>
            <a:pPr algn="ctr">
              <a:defRPr sz="2200">
                <a:solidFill>
                  <a:srgbClr val="1F2937"/>
                </a:solidFill>
              </a:defRPr>
            </a:pPr>
            <a:r>
              <a:t>ChatGPT just translates it to 50 languages 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What To Do Monday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1️⃣ YOUR FIRST CHATGPT PROMPT</a:t>
            </a:r>
          </a:p>
          <a:p>
            <a:pPr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Go to ChatGPT.com (free) → "Write 5 FAQs for rice tour" → Copy &amp;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2️⃣ START WITH FREE TOOLS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WhatsApp Business (free quick replies)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Wix ADI (free website builder)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OpusClip (free video clips)</a:t>
            </a:r>
          </a:p>
          <a:p>
            <a:pPr>
              <a:spcBef>
                <a:spcPts val="400"/>
              </a:spcBef>
              <a:defRPr sz="2200">
                <a:solidFill>
                  <a:srgbClr val="1F2937"/>
                </a:solidFill>
              </a:defRPr>
            </a:pPr>
            <a:r>
              <a:t>• Google Calendar + Calendly (free booking)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3️⃣ ASK ONE QUESTION AFTER EVERY TOUR</a:t>
            </a:r>
          </a:p>
          <a:p>
            <a:pPr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"What info did you need BEFORE you decided to book?" → Fix that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Start small. Measure everything. Use free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1F2937"/>
                </a:solidFill>
              </a:defRPr>
            </a:pPr>
            <a:r>
              <a:t>START SMALL</a:t>
            </a:r>
          </a:p>
          <a:p>
            <a:pPr algn="ctr">
              <a:spcAft>
                <a:spcPts val="800"/>
              </a:spcAft>
              <a:defRPr sz="4800" b="1">
                <a:solidFill>
                  <a:srgbClr val="1F2937"/>
                </a:solidFill>
              </a:defRPr>
            </a:pPr>
            <a:r>
              <a:t>MEASURE EVERYTHING</a:t>
            </a:r>
          </a:p>
          <a:p>
            <a:pPr algn="ctr">
              <a:spcAft>
                <a:spcPts val="800"/>
              </a:spcAft>
              <a:defRPr sz="4800" b="1">
                <a:solidFill>
                  <a:srgbClr val="1F2937"/>
                </a:solidFill>
              </a:defRPr>
            </a:pPr>
            <a:r>
              <a:t>USE FREE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</a:defRPr>
            </a:pPr>
            <a:r>
              <a:t>SIMON SMALUHN</a:t>
            </a:r>
          </a:p>
          <a:p>
            <a:pPr algn="ctr">
              <a:defRPr sz="2400">
                <a:solidFill>
                  <a:srgbClr val="1F2937"/>
                </a:solidFill>
              </a:defRPr>
            </a:pPr>
            <a:r>
              <a:t>Co-Founder &amp; CEO</a:t>
            </a:r>
          </a:p>
          <a:p/>
          <a:p>
            <a:pPr algn="ctr">
              <a:defRPr sz="2600">
                <a:solidFill>
                  <a:srgbClr val="2563EB"/>
                </a:solidFill>
              </a:defRPr>
            </a:pPr>
            <a:r>
              <a:t>📱 WhatsApp: +49 177 777 97 49</a:t>
            </a:r>
          </a:p>
          <a:p>
            <a:pPr algn="ctr">
              <a:defRPr sz="2600">
                <a:solidFill>
                  <a:srgbClr val="2563EB"/>
                </a:solidFill>
              </a:defRPr>
            </a:pPr>
            <a:r>
              <a:t>💼 LinkedIn: linkedin.com/in/smaluhn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563EB"/>
                </a:solidFill>
              </a:defRPr>
            </a:pPr>
            <a:r>
              <a:t>🌐 favors.id | favors.ventures | akunindo.id | printora.ai</a:t>
            </a:r>
          </a:p>
          <a:p>
            <a:pPr algn="ctr">
              <a:defRPr sz="2000">
                <a:solidFill>
                  <a:srgbClr val="2563EB"/>
                </a:solidFill>
              </a:defRPr>
            </a:pPr>
            <a:r>
              <a:t>seminardesk.com | avev.de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F59E0B"/>
                </a:solidFill>
              </a:defRPr>
            </a:pPr>
            <a:r>
              <a:t>Looking for internships/jobs in tech? Let's talk!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Simple ROI Calculation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645920"/>
            <a:ext cx="6705295" cy="34747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EXAMPLE CALCULATION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⏰ Time Saved (hypothetical):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10 hours/week × $5/hour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= $50/week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📈 Extra Bookings (assumed):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5 bookings/month × $30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= $150/month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💰 Technology Cost: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  <a:r>
              <a:t>   Free tools = $0</a:t>
            </a:r>
          </a:p>
          <a:p>
            <a:pPr algn="l">
              <a:spcBef>
                <a:spcPts val="800"/>
              </a:spcBef>
              <a:defRPr sz="2200">
                <a:solidFill>
                  <a:srgbClr val="1F2937"/>
                </a:solidFill>
              </a:defRPr>
            </a:pPr>
          </a:p>
          <a:p>
            <a:pPr algn="ctr">
              <a:spcBef>
                <a:spcPts val="1200"/>
              </a:spcBef>
              <a:defRPr sz="2600" b="1">
                <a:solidFill>
                  <a:srgbClr val="10B981"/>
                </a:solidFill>
              </a:defRPr>
            </a:pPr>
            <a:r>
              <a:t>✅ POTENTIAL ROI: ~$4,200/year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Your numbers will be different!</a:t>
            </a:r>
          </a:p>
          <a:p>
            <a:pPr algn="ctr">
              <a:defRPr sz="2000">
                <a:solidFill>
                  <a:srgbClr val="1F2937"/>
                </a:solidFill>
              </a:defRPr>
            </a:pPr>
            <a:r>
              <a:t>The FORMULA is what matters, not my example.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